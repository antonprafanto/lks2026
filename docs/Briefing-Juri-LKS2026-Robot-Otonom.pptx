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97280"/>
            <a:ext cx="9144000" cy="47548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2060745" cy="640080"/>
          </a:xfrm>
          <a:prstGeom prst="rect">
            <a:avLst/>
          </a:prstGeom>
        </p:spPr>
      </p:pic>
      <p:pic>
        <p:nvPicPr>
          <p:cNvPr id="4" name="Picture 3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39" y="1371600"/>
            <a:ext cx="1463040" cy="1463040"/>
          </a:xfrm>
          <a:prstGeom prst="rect">
            <a:avLst/>
          </a:prstGeom>
        </p:spPr>
      </p:pic>
      <p:pic>
        <p:nvPicPr>
          <p:cNvPr id="5" name="Picture 4" descr="logo-lks-geometr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417320"/>
            <a:ext cx="137160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108960"/>
            <a:ext cx="8046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F4E79"/>
                </a:solidFill>
              </a:defRPr>
            </a:pPr>
            <a:r>
              <a:t>Briefing Juri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333333"/>
                </a:solidFill>
              </a:defRPr>
            </a:pPr>
            <a:r>
              <a:t>Robot Bergerak Otonom (Autonomous Mobile Robotics)</a:t>
            </a:r>
          </a:p>
          <a:p>
            <a:pPr algn="ctr">
              <a:defRPr sz="1600">
                <a:solidFill>
                  <a:srgbClr val="ED7D31"/>
                </a:solidFill>
              </a:defRPr>
            </a:pPr>
            <a:r>
              <a:t>LKS Pendidikan Menengah Tingkat Nasional XXXIV 2026</a:t>
            </a:r>
          </a:p>
          <a:p>
            <a:pPr algn="ctr">
              <a:defRPr sz="1600">
                <a:solidFill>
                  <a:srgbClr val="ED7D31"/>
                </a:solidFill>
              </a:defRPr>
            </a:pPr>
            <a:r>
              <a:t>Kemendikdasmen — Pusat Prestasi Nasional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3152"/>
            <a:ext cx="1619157" cy="502920"/>
          </a:xfrm>
          <a:prstGeom prst="rect">
            <a:avLst/>
          </a:prstGeom>
        </p:spPr>
      </p:pic>
      <p:pic>
        <p:nvPicPr>
          <p:cNvPr id="11" name="Picture 10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5720"/>
            <a:ext cx="658368" cy="65836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64922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Briefing Juri | Robot Bergerak Otonom | LKS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3152"/>
            <a:ext cx="1619157" cy="502920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5720"/>
            <a:ext cx="658368" cy="6583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0" y="109728"/>
            <a:ext cx="5303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Agenda Briefing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LKS Nasional 2026 — Robot Bergerak Otonom | Kemendikdasmen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51560"/>
            <a:ext cx="81381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Identitas &amp; tema proyek uji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Struktur modul &amp; bobot penilaian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Sistem penilaian (Judgement &amp; Measurement)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Alur 3 hari lomba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★ Demo penilaian Modul E (step-by-step)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Arena, robot, K3, CIS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3152"/>
            <a:ext cx="1619157" cy="502920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5720"/>
            <a:ext cx="658368" cy="6583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0" y="109728"/>
            <a:ext cx="5303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Identitas Lomba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LKS Nasional 2026 — Robot Bergerak Otonom | Kemendikdasmen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51560"/>
            <a:ext cx="81381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Bidang: Autonomous Mobile Robotics (Robot Bergerak Otonom)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Penyelenggara: Kemendikdasmen — Pusat Prestasi Nasional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Tim: 2 peserta | Format: offline (luring) | ±15 jam / 3 hari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Standar: WorldSkills WSOS Skill 23 — Mobile Robotics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Tema 2026: Service Robot at Library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Misi: robot mengambil kubus (buku) dan menempatkannya ke rak sesuai marker warna — sepenuhnya otonom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3152"/>
            <a:ext cx="1619157" cy="502920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5720"/>
            <a:ext cx="658368" cy="6583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0" y="109728"/>
            <a:ext cx="5303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Bobot Modul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LKS Nasional 2026 — Robot Bergerak Otonom | Kemendikdasmen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05840"/>
          <a:ext cx="8503920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0784"/>
                <a:gridCol w="1700784"/>
                <a:gridCol w="1700784"/>
                <a:gridCol w="1700784"/>
                <a:gridCol w="1700784"/>
              </a:tblGrid>
              <a:tr h="393192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Modul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Kriteria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Hari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Bobot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Metode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Organisasi &amp; Manajemen Kerja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H1–H3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Judgement</a:t>
                      </a:r>
                    </a:p>
                  </a:txBody>
                  <a:tcPr/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Jurnal / Laporan Teknis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 + M</a:t>
                      </a:r>
                    </a:p>
                  </a:txBody>
                  <a:tcPr/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Perakitan Robot (L-Channel)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Judgement</a:t>
                      </a:r>
                    </a:p>
                  </a:txBody>
                  <a:tcPr/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Gerakan Dasar &amp; Manajemen Objek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Measurement</a:t>
                      </a:r>
                    </a:p>
                  </a:txBody>
                  <a:tcPr/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Performansi Otonom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H2–H3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Measurement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3152"/>
            <a:ext cx="1619157" cy="502920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5720"/>
            <a:ext cx="658368" cy="6583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0" y="109728"/>
            <a:ext cx="5303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Sistem Penilaian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LKS Nasional 2026 — Robot Bergerak Otonom | Kemendikdasmen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51560"/>
            <a:ext cx="81381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Judgement (J): skala 0–3 — proses, kerapian, kolaborasi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Measurement (M): biner 1/0 — akurasi gerak &amp; sukses misi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3 juri untuk J → rata-rata; selisih ≥2 → ulangi penilaian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Input ke CIS → skala 700; Medallion of Excellence jika &gt;700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60% skor dari Modul E — penilaian Anda sangat menentukan juara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3152"/>
            <a:ext cx="1619157" cy="502920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5720"/>
            <a:ext cx="658368" cy="65836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LKS Nasional 2026 — Robot Bergerak Otonom | Kemendikdasmen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7680960" cy="1188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Demo Penilaian Modul E</a:t>
            </a:r>
            <a:br/>
            <a:r>
              <a:t>(Step-by-Step untuk Juri)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3152"/>
            <a:ext cx="1619157" cy="502920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5720"/>
            <a:ext cx="658368" cy="6583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0" y="109728"/>
            <a:ext cx="5303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Demo Modul E — Langkah 1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LKS Nasional 2026 — Robot Bergerak Otonom | Kemendikdasmen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05840"/>
            <a:ext cx="640080" cy="6400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078992"/>
            <a:ext cx="640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9601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4E79"/>
                </a:solidFill>
              </a:defRPr>
            </a:pPr>
            <a:r>
              <a:t>Briefing Layout Arena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28800"/>
            <a:ext cx="8046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/>
            </a:pPr>
            <a:r>
              <a:t>• Jelaskan ke peserta: posisi START, orientasi 3 rak, gate tengah, obstacle</a:t>
            </a:r>
          </a:p>
          <a:p>
            <a:pPr>
              <a:spcAft>
                <a:spcPts val="1000"/>
              </a:spcAft>
              <a:defRPr sz="1500"/>
            </a:pPr>
            <a:r>
              <a:t>• Tunjukkan marker warna di atas setiap slot rak (dapat berubah per soal)</a:t>
            </a:r>
          </a:p>
          <a:p>
            <a:pPr>
              <a:spcAft>
                <a:spcPts val="1000"/>
              </a:spcAft>
              <a:defRPr sz="1500"/>
            </a:pPr>
            <a:r>
              <a:t>• Pastikan penerangan arena menyala (lampu 100 W × 2)</a:t>
            </a:r>
          </a:p>
          <a:p>
            <a:pPr>
              <a:spcAft>
                <a:spcPts val="1000"/>
              </a:spcAft>
              <a:defRPr sz="1500"/>
            </a:pPr>
            <a:r>
              <a:t>• Catat konfigurasi marker hari ini di lembar undian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669280"/>
            <a:ext cx="8229600" cy="640080"/>
          </a:xfrm>
          <a:prstGeom prst="rect">
            <a:avLst/>
          </a:prstGeom>
          <a:solidFill>
            <a:srgbClr val="FFF3E0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742432"/>
            <a:ext cx="7955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D7D31"/>
                </a:solidFill>
              </a:defRPr>
            </a:pPr>
            <a:r>
              <a:t>⚠ Juri: Jangan mulai run sebelum peserta paham layout.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3152"/>
            <a:ext cx="1619157" cy="502920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5720"/>
            <a:ext cx="658368" cy="6583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0" y="109728"/>
            <a:ext cx="5303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Demo Modul E — Langkah 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LKS Nasional 2026 — Robot Bergerak Otonom | Kemendikdasmen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05840"/>
            <a:ext cx="640080" cy="6400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078992"/>
            <a:ext cx="640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9601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4E79"/>
                </a:solidFill>
              </a:defRPr>
            </a:pPr>
            <a:r>
              <a:t>Programming &amp; Persiapan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28800"/>
            <a:ext cx="8046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/>
            </a:pPr>
            <a:r>
              <a:t>• Peserta memprogram navigasi, visi, dan pick-place sesuai layout</a:t>
            </a:r>
          </a:p>
          <a:p>
            <a:pPr>
              <a:spcAft>
                <a:spcPts val="1000"/>
              </a:spcAft>
              <a:defRPr sz="1500"/>
            </a:pPr>
            <a:r>
              <a:t>• Peserta BOLEH menyentuh laptop pada tahap ini</a:t>
            </a:r>
          </a:p>
          <a:p>
            <a:pPr>
              <a:spcAft>
                <a:spcPts val="1000"/>
              </a:spcAft>
              <a:defRPr sz="1500"/>
            </a:pPr>
            <a:r>
              <a:t>• Pastikan tombol START di robot dan tombol STOP merah siap</a:t>
            </a:r>
          </a:p>
          <a:p>
            <a:pPr>
              <a:spcAft>
                <a:spcPts val="1000"/>
              </a:spcAft>
              <a:defRPr sz="1500"/>
            </a:pPr>
            <a:r>
              <a:t>• Juri observasi Modul A (kolaborasi, 5S) selama sesi ini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3152"/>
            <a:ext cx="1619157" cy="502920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5720"/>
            <a:ext cx="658368" cy="6583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0" y="109728"/>
            <a:ext cx="5303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Demo Modul E — Langkah 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LKS Nasional 2026 — Robot Bergerak Otonom | Kemendikdasmen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05840"/>
            <a:ext cx="640080" cy="6400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078992"/>
            <a:ext cx="640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9601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4E79"/>
                </a:solidFill>
              </a:defRPr>
            </a:pPr>
            <a:r>
              <a:t>Sinyal SIAP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28800"/>
            <a:ext cx="8046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/>
            </a:pPr>
            <a:r>
              <a:t>• Peserta menyatakan SIAP ketika program siap dijalankan</a:t>
            </a:r>
          </a:p>
          <a:p>
            <a:pPr>
              <a:spcAft>
                <a:spcPts val="1000"/>
              </a:spcAft>
              <a:defRPr sz="1500"/>
            </a:pPr>
            <a:r>
              <a:t>• Setelah SIAP → peserta TIDAK BOLEH menyentuh laptop lagi</a:t>
            </a:r>
          </a:p>
          <a:p>
            <a:pPr>
              <a:spcAft>
                <a:spcPts val="1000"/>
              </a:spcAft>
              <a:defRPr sz="1500"/>
            </a:pPr>
            <a:r>
              <a:t>• Juri verifikasi: tangan peserta menjauh dari laptop</a:t>
            </a:r>
          </a:p>
          <a:p>
            <a:pPr>
              <a:spcAft>
                <a:spcPts val="1000"/>
              </a:spcAft>
              <a:defRPr sz="1500"/>
            </a:pPr>
            <a:r>
              <a:t>• Siapkan lembar undian untuk pengacakan kubus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669280"/>
            <a:ext cx="8229600" cy="640080"/>
          </a:xfrm>
          <a:prstGeom prst="rect">
            <a:avLst/>
          </a:prstGeom>
          <a:solidFill>
            <a:srgbClr val="FFF3E0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742432"/>
            <a:ext cx="7955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D7D31"/>
                </a:solidFill>
              </a:defRPr>
            </a:pPr>
            <a:r>
              <a:t>⚠ Juri: Sentuh laptop setelah SIAP = pelanggaran (run batal).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3152"/>
            <a:ext cx="1619157" cy="502920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5720"/>
            <a:ext cx="658368" cy="6583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0" y="109728"/>
            <a:ext cx="5303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Demo Modul E — Langkah 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LKS Nasional 2026 — Robot Bergerak Otonom | Kemendikdasmen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05840"/>
            <a:ext cx="640080" cy="6400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078992"/>
            <a:ext cx="640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9601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4E79"/>
                </a:solidFill>
              </a:defRPr>
            </a:pPr>
            <a:r>
              <a:t>Pengacakan Posisi Kubus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28800"/>
            <a:ext cx="8046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/>
            </a:pPr>
            <a:r>
              <a:t>• Juri/acara mengacak posisi 9 kubus (rak + stand)</a:t>
            </a:r>
          </a:p>
          <a:p>
            <a:pPr>
              <a:spcAft>
                <a:spcPts val="1000"/>
              </a:spcAft>
              <a:defRPr sz="1500"/>
            </a:pPr>
            <a:r>
              <a:t>• Beberapa kubus sengaja di posisi SALAH — perlu dipindahkan robot</a:t>
            </a:r>
          </a:p>
          <a:p>
            <a:pPr>
              <a:spcAft>
                <a:spcPts val="1000"/>
              </a:spcAft>
              <a:defRPr sz="1500"/>
            </a:pPr>
            <a:r>
              <a:t>• Isi templates/lembar-undian-kubus.csv atau Excel Modul E</a:t>
            </a:r>
          </a:p>
          <a:p>
            <a:pPr>
              <a:spcAft>
                <a:spcPts val="1000"/>
              </a:spcAft>
              <a:defRPr sz="1500"/>
            </a:pPr>
            <a:r>
              <a:t>• Peserta TIDAK ikut mengatur posisi setelah SIAP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669280"/>
            <a:ext cx="8229600" cy="640080"/>
          </a:xfrm>
          <a:prstGeom prst="rect">
            <a:avLst/>
          </a:prstGeom>
          <a:solidFill>
            <a:srgbClr val="FFF3E0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742432"/>
            <a:ext cx="7955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D7D31"/>
                </a:solidFill>
              </a:defRPr>
            </a:pPr>
            <a:r>
              <a:t>⚠ Juri: Setelah SIAP, acak ulang — bukan hanya sebelum run pertama.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3152"/>
            <a:ext cx="1619157" cy="502920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5720"/>
            <a:ext cx="658368" cy="6583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0" y="109728"/>
            <a:ext cx="5303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Demo Modul E — Langkah 5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LKS Nasional 2026 — Robot Bergerak Otonom | Kemendikdasmen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05840"/>
            <a:ext cx="640080" cy="6400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078992"/>
            <a:ext cx="640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9601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4E79"/>
                </a:solidFill>
              </a:defRPr>
            </a:pPr>
            <a:r>
              <a:t>Sinyal START &amp; Run Otonom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28800"/>
            <a:ext cx="8046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/>
            </a:pPr>
            <a:r>
              <a:t>• Juri beri sinyal START</a:t>
            </a:r>
          </a:p>
          <a:p>
            <a:pPr>
              <a:spcAft>
                <a:spcPts val="1000"/>
              </a:spcAft>
              <a:defRPr sz="1500"/>
            </a:pPr>
            <a:r>
              <a:t>• Peserta menekan tombol START pada robot (bukan keyboard)</a:t>
            </a:r>
          </a:p>
          <a:p>
            <a:pPr>
              <a:spcAft>
                <a:spcPts val="1000"/>
              </a:spcAft>
              <a:defRPr sz="1500"/>
            </a:pPr>
            <a:r>
              <a:t>• Robot bergerak, navigasi, pick &amp; place secara otonom</a:t>
            </a:r>
          </a:p>
          <a:p>
            <a:pPr>
              <a:spcAft>
                <a:spcPts val="1000"/>
              </a:spcAft>
              <a:defRPr sz="1500"/>
            </a:pPr>
            <a:r>
              <a:t>• Juri catat kronologi di lembar-run-otonom.csv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669280"/>
            <a:ext cx="8229600" cy="640080"/>
          </a:xfrm>
          <a:prstGeom prst="rect">
            <a:avLst/>
          </a:prstGeom>
          <a:solidFill>
            <a:srgbClr val="FFF3E0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742432"/>
            <a:ext cx="7955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D7D31"/>
                </a:solidFill>
              </a:defRPr>
            </a:pPr>
            <a:r>
              <a:t>⚠ Juri: Peserta tidak boleh menyentuh robot setelah START.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3152"/>
            <a:ext cx="1619157" cy="502920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5720"/>
            <a:ext cx="658368" cy="6583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0" y="109728"/>
            <a:ext cx="5303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Demo Modul E — Langkah 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LKS Nasional 2026 — Robot Bergerak Otonom | Kemendikdasmen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05840"/>
            <a:ext cx="640080" cy="6400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078992"/>
            <a:ext cx="640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9601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4E79"/>
                </a:solidFill>
              </a:defRPr>
            </a:pPr>
            <a:r>
              <a:t>Penilaian Per Kubus (Measurement)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28800"/>
            <a:ext cx="8046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/>
            </a:pPr>
            <a:r>
              <a:t>• Kubus SUKSES = di slot rak dengan marker warna yang cocok + stabil</a:t>
            </a:r>
          </a:p>
          <a:p>
            <a:pPr>
              <a:spcAft>
                <a:spcPts val="1000"/>
              </a:spcAft>
              <a:defRPr sz="1500"/>
            </a:pPr>
            <a:r>
              <a:t>• Isi kolom Hasil (1/0) di Excel Modul E untuk tiap kubus</a:t>
            </a:r>
          </a:p>
          <a:p>
            <a:pPr>
              <a:spcAft>
                <a:spcPts val="1000"/>
              </a:spcAft>
              <a:defRPr sz="1500"/>
            </a:pPr>
            <a:r>
              <a:t>• Default: 6,67 poin per kubus × 9 = 60 poin (sesuaikan CIS jika beda)</a:t>
            </a:r>
          </a:p>
          <a:p>
            <a:pPr>
              <a:spcAft>
                <a:spcPts val="1000"/>
              </a:spcAft>
              <a:defRPr sz="1500"/>
            </a:pPr>
            <a:r>
              <a:t>• Kubus sudah benar sejak awal — konfirmasi ke CE apakah dapat poin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3152"/>
            <a:ext cx="1619157" cy="502920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5720"/>
            <a:ext cx="658368" cy="6583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0" y="109728"/>
            <a:ext cx="5303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Contoh Penilaian Run (Latihan)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LKS Nasional 2026 — Robot Bergerak Otonom | Kemendikdasmen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05840"/>
          <a:ext cx="8503920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0784"/>
                <a:gridCol w="1700784"/>
                <a:gridCol w="1700784"/>
                <a:gridCol w="1700784"/>
                <a:gridCol w="1700784"/>
              </a:tblGrid>
              <a:tr h="393192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Kubus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Awal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Hasil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Skor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K-M2 Merah□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Stand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Slot marker merah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Berhasil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6,67</a:t>
                      </a:r>
                    </a:p>
                  </a:txBody>
                  <a:tcPr/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K-H2 Hijau□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Stand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Slot marker hijau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Gagal (jatuh)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K-B3 Biru△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Stand 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Slot marker biru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Berhasil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6,67</a:t>
                      </a:r>
                    </a:p>
                  </a:txBody>
                  <a:tcPr/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K-M1 Merah○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Rak 1 (benar)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Sudah benar*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6,67*</a:t>
                      </a:r>
                    </a:p>
                  </a:txBody>
                  <a:tcPr/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...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3152"/>
            <a:ext cx="1619157" cy="502920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5720"/>
            <a:ext cx="658368" cy="6583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0" y="109728"/>
            <a:ext cx="5303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Demo Modul E — Langkah 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LKS Nasional 2026 — Robot Bergerak Otonom | Kemendikdasmen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05840"/>
            <a:ext cx="640080" cy="6400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078992"/>
            <a:ext cx="640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9601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4E79"/>
                </a:solidFill>
              </a:defRPr>
            </a:pPr>
            <a:r>
              <a:t>Prosedur RETRY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28800"/>
            <a:ext cx="8046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/>
            </a:pPr>
            <a:r>
              <a:t>• Peserta minta RETRY → boleh ubah program</a:t>
            </a:r>
          </a:p>
          <a:p>
            <a:pPr>
              <a:spcAft>
                <a:spcPts val="1000"/>
              </a:spcAft>
              <a:defRPr sz="1500"/>
            </a:pPr>
            <a:r>
              <a:t>• Kubus di badan robot HARUS dikeluarkan ke luar arena</a:t>
            </a:r>
          </a:p>
          <a:p>
            <a:pPr>
              <a:spcAft>
                <a:spcPts val="1000"/>
              </a:spcAft>
              <a:defRPr sz="1500"/>
            </a:pPr>
            <a:r>
              <a:t>• Posisi kubus TIDAK dikembalikan ke kondisi awal run</a:t>
            </a:r>
          </a:p>
          <a:p>
            <a:pPr>
              <a:spcAft>
                <a:spcPts val="1000"/>
              </a:spcAft>
              <a:defRPr sz="1500"/>
            </a:pPr>
            <a:r>
              <a:t>• Setelah SIAP lagi → acak ulang posisi kubus → START baru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3152"/>
            <a:ext cx="1619157" cy="502920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5720"/>
            <a:ext cx="658368" cy="6583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0" y="109728"/>
            <a:ext cx="5303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Demo Modul E — Langkah 8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LKS Nasional 2026 — Robot Bergerak Otonom | Kemendikdasmen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05840"/>
            <a:ext cx="640080" cy="6400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078992"/>
            <a:ext cx="640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9601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4E79"/>
                </a:solidFill>
              </a:defRPr>
            </a:pPr>
            <a:r>
              <a:t>Rekap &amp; Input CIS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28800"/>
            <a:ext cx="8046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/>
            </a:pPr>
            <a:r>
              <a:t>• Kumpulkan lembar undian + run + Modul E per tim</a:t>
            </a:r>
          </a:p>
          <a:p>
            <a:pPr>
              <a:spcAft>
                <a:spcPts val="1000"/>
              </a:spcAft>
              <a:defRPr sz="1500"/>
            </a:pPr>
            <a:r>
              <a:t>• Transfer skor ke rekapitulasi-skor.csv / sheet Rekapitulasi</a:t>
            </a:r>
          </a:p>
          <a:p>
            <a:pPr>
              <a:spcAft>
                <a:spcPts val="1000"/>
              </a:spcAft>
              <a:defRPr sz="1500"/>
            </a:pPr>
            <a:r>
              <a:t>• Chief Expert review outlier &amp; pelanggaran</a:t>
            </a:r>
          </a:p>
          <a:p>
            <a:pPr>
              <a:spcAft>
                <a:spcPts val="1000"/>
              </a:spcAft>
              <a:defRPr sz="1500"/>
            </a:pPr>
            <a:r>
              <a:t>• Input skor final ke CIS — penentuan juara &amp; Medallion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3152"/>
            <a:ext cx="1619157" cy="502920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5720"/>
            <a:ext cx="658368" cy="6583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0" y="109728"/>
            <a:ext cx="5303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Latihan Juri — Kerjakan Bersama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LKS Nasional 2026 — Robot Bergerak Otonom | Kemendikdasmen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51560"/>
            <a:ext cx="81381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1. Buka docs/SKENARIO-SOAL-CONTOH.md — skenario Tim 05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2. Isi lembar undian untuk Run 1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3. Mainkan peran: SIAP → acak → START → catat 9 kubus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4. Hitung skor di Excel Modul E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5. Simulasikan RETRY + pelanggaran sentuh laptop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6. Diskusi dengan CE: konflik slot, bobot CIS</a:t>
            </a:r>
          </a:p>
          <a:p>
            <a:pPr>
              <a:defRPr sz="1100" i="1">
                <a:solidFill>
                  <a:srgbClr val="ED7D31"/>
                </a:solidFill>
              </a:defRPr>
            </a:pPr>
            <a:r>
              <a:t>Materi: github.com/antonprafanto/LKS2026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3152"/>
            <a:ext cx="1619157" cy="502920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5720"/>
            <a:ext cx="658368" cy="65836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LKS Nasional 2026 — Robot Bergerak Otonom | Kemendikdasmen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7680960" cy="1188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Modul A–D — Ringkasan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3152"/>
            <a:ext cx="1619157" cy="502920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5720"/>
            <a:ext cx="658368" cy="6583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0" y="109728"/>
            <a:ext cx="5303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Modul D (12 poin, 15 menit/tim)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LKS Nasional 2026 — Robot Bergerak Otonom | Kemendikdasmen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51560"/>
            <a:ext cx="81381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D1: gerak 4 arah | D2: stop 50–100 mm dari dinding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D3: line follower U | D4–D6: deteksi warna di monitor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D7–D8: O-merah, O-hijau | D9–D10: pick rak &amp; place stand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Tidak menguji bentuk persegi/segitiga secara eksplisit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3152"/>
            <a:ext cx="1619157" cy="502920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5720"/>
            <a:ext cx="658368" cy="6583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0" y="109728"/>
            <a:ext cx="5303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Arena &amp; Robot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LKS Nasional 2026 — Robot Bergerak Otonom | Kemendikdasmen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51560"/>
            <a:ext cx="81381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Arena ~4040×2040 mm, 3 rak, 9 kubus, 10 obstacle, 1 gate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Controller: Raspberry Pi / myRIO | Python, C++, LabVIEW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Baterai ≤12V | tombol STOP merah wajib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30% rule H3: posisi objek, urutan, marker dapat berubah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3152"/>
            <a:ext cx="1619157" cy="502920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5720"/>
            <a:ext cx="658368" cy="6583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0" y="109728"/>
            <a:ext cx="5303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K3 &amp; Klarifikasi 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LKS Nasional 2026 — Robot Bergerak Otonom | Kemendikdasmen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51560"/>
            <a:ext cx="81381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K3: no air terbuka dekat listrik; reset obstacle jatuh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Klarifikasi: ukuran arena, bobot per kubus CIS, max RETRY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Dokumen resmi: smk.pusatprestasinasional.kemdikdasmen.go.id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SOP: docs/SOP-JURI.md | Excel: templates/LKS2026-Penilaian-Juri.xlsx</a:t>
            </a:r>
          </a:p>
          <a:p>
            <a:pPr>
              <a:defRPr sz="1100" i="1">
                <a:solidFill>
                  <a:srgbClr val="ED7D31"/>
                </a:solidFill>
              </a:defRPr>
            </a:pPr>
            <a:r>
              <a:t>Terima kasih — selamat bertugas sebagai juri LKS 2026!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