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4E79"/>
                </a:solidFill>
              </a:defRPr>
            </a:pPr>
            <a:r>
              <a:t>Briefing Juri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8046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D7D31"/>
                </a:solidFill>
              </a:defRPr>
            </a:pPr>
            <a:r>
              <a:t>Robot Bergerak Otonom (Autonomous Mobile Robotics)</a:t>
            </a:r>
            <a:br/>
            <a:r>
              <a:t>LKS Nasional XXXIV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Identitas &amp; tema proyek uji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Struktur modul &amp; bobot penilaian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Sistem penilaian (Judgement &amp; Measurement)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Alur 3 hari lomba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SOP Modul A–E (fokus run otonom)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Arena, robot, K3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CIS &amp; hal yang perlu diklarifikasi 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Identitas Lomba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Bidang: Autonomous Mobile Robotics (Robot Bergerak Otonom)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Tim: 2 peserta | Format: offline (luring)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Total waktu kerja: ±15 jam (3 hari)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Standar acuan: WorldSkills WSOS Skill 23 — Mobile Robotics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Tema 2026: Service Robot at Library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Robot = asisten perpustakaan: ambil kubus (buku) → tempatkan ke rak sesuai marker warna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Bobot Modul Penilaian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05840"/>
          <a:ext cx="84124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419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Modul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Kriteria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Bobot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Metode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Organisasi &amp; Manajemen Kerja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Jurnal / Laporan Teknis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 + M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Perakitan Robot (L-Channel)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Judgement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Gerakan Dasar &amp; Manajemen Objek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Performansi Otonom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H2–H3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Measurement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Dua Metode Penilaian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Judgement (J): skala 0–3 — proses, kerapian, kolaborasi, kualitas dokumentasi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Measurement (M): biner 1/0 — akurasi gerak, sukses misi, penempatan kubus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Komposisi total: Judgement 26 poin + Measurement 74 poin = 100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 juri untuk Judgement → rata-rata; selisih ≥2 → ulangi penilaian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Skor dimasukkan ke CIS → konversi skala 700; Medallion of Excellence jika &gt;700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Jadwal Operasional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05840"/>
          <a:ext cx="84124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4419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Hari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Waktu utama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Kegiatan penilaian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TM + 2 jam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Familiarisasi arena &amp; alat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08.30–12.00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Modul C: perakitan L-Channel (maks. 2 jam)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Sepanjang hari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Modul A, B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 menit/tim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Modul D — gerakan dasar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H2–H3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Trial + marking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Modul E — performa otonom (60%)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Modul A — Organisasi &amp; Manajemen Kerja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Modul A (8 poin)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A1: Efisiensi penjadwalan (mekanik / elektronik / debugging)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A2: Kolaborasi tim &amp; pembagian peran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A3: Kerapian area kerja — penerapan 5S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A4: Restorasi area kerja setelah selesai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Dinilai H1, H2, H3 secara observasi berkelanjutan</a:t>
            </a:r>
          </a:p>
          <a:p>
            <a:pPr>
              <a:defRPr sz="1200" i="1">
                <a:solidFill>
                  <a:srgbClr val="ED7D31"/>
                </a:solidFill>
              </a:defRPr>
            </a:pPr>
            <a:r>
              <a:t>Template: modul-a-organisasi.csv | Sheet Modul A (Excel)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Modul B &amp; C — Hari Pertama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Modul B — Jurnal Teknis (10 poin)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Judgement 8 poin: fabrikasi, wiring, integrasi, kalibrasi, optimasi, kelengkapan dokumen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Measurement 2 poin: ketepatan pengumpulan sesuai deadline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Maks. 4 lembar isi (8 halaman A4) + sampul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Wajib: desain mekanik, diagram blok, BOM, algoritma navigasi &amp; visi, flowchart, data kalibrasi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Modul C — Perakitan Robot (10 poin)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WAJIB: L-Channel panitia sebagai penyangga utama sistem angkat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Integrasi lift/gripper + rewiring di lokasi — batas 2 jam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Motor kompatibel: JGA-25 / PG36 gear head DC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Inspeksi: L-Channel benar, kabel aman, tombol STOP merah berfungsi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CAD: drive.google.com (folder L-Channel resmi)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Modul D — Gerakan Dasar (H2)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Modul D (12 poin, 15 menit/tim)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D1: gerak maju/mundur/kiri/kanan (200–300 mm)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D2: deteksi dinding, stop 50–100 mm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D3: ikuti garis hitam bentuk U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D4–D6: deteksi warna merah/hijau/biru di monitor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D7–D8: deteksi lingkaran merah/hijau (O-merah, O-hijau)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D9–D10: pick dari rak &amp; place ke standbox — otonom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Catatan: bentuk persegi/segitiga tidak diuji eksplisit di Modul 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9144000" cy="10972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Modul E — Performa Otonom (60%)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SOP Run Otonom — WAJIB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1. Briefing layout arena ke peserta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2. Peserta selesai programming → nyatakan SIAP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3. Setelah SIAP: peserta TIDAK BOLEH sentuh laptop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4. Juri ACAK ULANG posisi kubus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5. Sinyal START → peserta tekan tombol START di robot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6. Robot berjalan sepenuhnya otonom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7. Catat kubus berhasil di slot marker yang benar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Aturan RETRY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Peserta boleh minta RETRY dan ubah program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Posisi kubus TIDAK dikembalikan ke kondisi awal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Kubus di badan robot harus dikeluarkan ke luar arena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Setelah SIAP lagi → posisi kubus diacak ulang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Pelanggaran: sentuh laptop setelah SIAP / sentuh robot setelah START → run batal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Arena &amp; Aksesoris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Arena: multiplex 18 mm, putih matte (~4040×2040 mm — klarifikasi CE)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3 rak (marker warna di atas slot), 9 kubus PLA 65³ mm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10 obstacle, 1 gate (aluminium 2020), reference line isolasi hitam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Posisi kubus &amp; marker dapat berubah (30% rule di H3)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4 set arena | penerangan 100 W × 2 per lapangan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Spesifikasi Robot Peserta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Controller: Raspberry Pi atau myRIO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Bahasa: Python, C++, atau LabVIEW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Sensor: max 1 kamera, 4 IR, 2 US, 4 line, 1 lidar, 1 IMU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Aktuator: max 4 motor DC, 3 servo, 2 continuous servo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Baterai ≤12V nominal | tombol STOP merah wajib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Dimensi &amp; berat: tidak dibatasi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K3 — Prioritas Juri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Larang air mineral terbuka dekat komponen listrik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Verifikasi tombol STOP sebelum setiap run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Reset obstacle yang jatuh sebelum tim berikutnya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Area kerja: jalur evakuasi jelas, kabel rapi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Robot tidak boleh membahayakan peserta, juri, atau penonton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Klarifikasi ke Chief Expert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Ukuran arena: 4040×2040 (Kisi-kisi) vs 2400×4800 (Daftar Bahan)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Bobot per kubus Modul E di CIS vs template (6,67×9)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Apakah kubus sudah benar di awal mendapat poin penuh?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Jumlah maksimum RETRY per tim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Agregasi skor multi-run H2 vs H3 (trial/final)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Materi Pendukung Juri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SOP lengkap: docs/SOP-JURI.md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Template Excel: templates/LKS2026-Penilaian-Juri.xlsx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Skenario latihan: docs/SKENARIO-SOAL-CONTOH.md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Repo GitHub: github.com/antonprafanto/LKS2026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Dokumen resmi: smk.pusatprestasinasional.kemdikdasmen.go.id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Marking Scheme Excel CIS — sumber kebenaran poin detail</a:t>
            </a:r>
          </a:p>
          <a:p>
            <a:pPr>
              <a:defRPr sz="1200" i="1">
                <a:solidFill>
                  <a:srgbClr val="ED7D31"/>
                </a:solidFill>
              </a:defRPr>
            </a:pPr>
            <a:r>
              <a:t>Terima kasih — semoga lancar sebagai juri!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